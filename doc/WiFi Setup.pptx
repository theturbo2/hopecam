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82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85A7F-3FA9-F999-31EC-FE15D5A42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182003-84DF-5C6B-267C-F36BAD641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5558A1-1D47-B3E7-BA5C-D8E77316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804EB-2BCB-32D1-CBA1-70347B81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CE919B-232F-B131-2F84-CCBB1F0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39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A903D-D665-B420-DB64-B2B41D31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9CAC1-7780-930A-6C5A-F4A497431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7B31F-C27D-1F9B-08CE-C02DEC39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B44661-697E-FFE1-D6E7-E9B1BCA2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29BDDF-F17E-B630-FBEF-25ED138A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03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1D1D0-6962-F073-DBB2-94958D7CD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B0EA00-303B-B13B-CAE1-DFD7AF583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974653-821F-1542-A343-17863B21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3A30C4-883C-D43E-06C9-FEF3F209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75BF81-23BF-C7EE-81F0-4551A079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78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E89E4-3008-DDA1-D2D2-6CFA84FA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276D1D-E8BF-3306-2495-2E7405F7F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229565-E7BC-199E-A9E6-4ABB72AAD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13E56F-86F1-F5BD-6D38-213AD12E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4DD305-2DFA-7A86-E05E-4D0F1E78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65D082-9696-69D3-3CEC-DF1945F6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88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D7701-FC0E-877F-80A2-51FDA7E2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D0EE1A-A2EF-4AD3-8271-CAFA530BA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1A9CD6-FC14-7D5C-DE31-C04A07D38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B5BD39E-B5F6-684D-F560-C6D63D973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7519EF-CA51-C68A-1547-CAEC4F2E5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2C5D99-06E3-647C-6365-98051DF6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854EA30-11DB-F454-7044-FDEA5D99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F24BE1-6298-D515-C88E-655676B8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362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B8D9C-FEBC-88DB-197C-AC245B745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1744CDF-DAB4-BB17-A53B-97CA53E7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74CD6F-4787-1BEE-D8BA-AB584C33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A56547-2264-230E-AF6B-EF42760A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10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00C2E48-AFF1-9336-CDEE-E4969385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096F9C-12F9-2B73-B27C-CF570BEA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B71F02-5683-6142-0FF9-E759E3A6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82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E50C0-A550-F240-0C52-DA18F3AA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37F769-78FA-7813-ADC3-8B660CA1D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E41814-3665-D239-FD44-7D158EB1E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B75FE9-E2A9-EB73-FCF1-EB1E5D1C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35B13E-5E94-AD7E-5393-6F86B132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4C6E87-0C60-693B-B9EE-7B5080ED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95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D63D4-C5E1-36AE-A2EA-6FE9D07D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9F696F-55F5-0328-9961-F700A2F77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640AA4-EE85-9A9E-2968-5C10AF547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5AC40E-B28B-9FD6-3490-E6E31B58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99F3C6-31D3-2141-8679-AD70832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65FB7C-B9A4-F2E5-D069-840BB81D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4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7EB36-96BA-F5B9-507A-40DCAA98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89F269-D1FE-5EAE-277B-CC43733B2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87D0E4-FC52-1AB7-8E5D-6730890C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5178CC-3116-FB07-3FC2-6B47F28A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311073-FD88-ECA3-3AB2-6FAC73B6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59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028D836-A891-F571-5D6C-A6A06865B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21D100-E6B0-BC4A-58B0-801DE1092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D58E41-E628-F7B8-A3E1-5992366F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8E6C70-85C3-9171-5E8C-9873D18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E1B3B1-8891-8052-DD28-FCCBADB6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23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EBFAB4-7ADF-9F7A-9812-C00800F4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BEDE3-0047-15BE-1E81-A591510EF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BB46D6-3670-61F1-BB60-7BF8683C5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D2DFC-236A-4F85-BA5C-FA4BBE83704B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226E7F-47EF-36F6-C505-52C3D2C0C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43E79C-3071-C210-A39C-7E3330883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CA1BA-8FCE-4FBC-A5D0-91C0A8008B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54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AE9DCAE-40BC-8CF3-04FA-B92612F9DF24}"/>
              </a:ext>
            </a:extLst>
          </p:cNvPr>
          <p:cNvSpPr/>
          <p:nvPr/>
        </p:nvSpPr>
        <p:spPr>
          <a:xfrm>
            <a:off x="236483" y="199697"/>
            <a:ext cx="2385735" cy="13926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 err="1"/>
              <a:t>setup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3DCFC6C-1F14-7F28-1CBA-02EA3BA49180}"/>
              </a:ext>
            </a:extLst>
          </p:cNvPr>
          <p:cNvSpPr/>
          <p:nvPr/>
        </p:nvSpPr>
        <p:spPr>
          <a:xfrm>
            <a:off x="664025" y="579706"/>
            <a:ext cx="1734207" cy="8565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Read network </a:t>
            </a:r>
            <a:r>
              <a:rPr lang="de-DE" sz="1000" dirty="0" err="1">
                <a:solidFill>
                  <a:schemeClr val="tx1"/>
                </a:solidFill>
              </a:rPr>
              <a:t>config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from</a:t>
            </a:r>
            <a:r>
              <a:rPr lang="de-DE" sz="1000" dirty="0">
                <a:solidFill>
                  <a:schemeClr val="tx1"/>
                </a:solidFill>
              </a:rPr>
              <a:t> *.</a:t>
            </a:r>
            <a:r>
              <a:rPr lang="de-DE" sz="1000" dirty="0" err="1">
                <a:solidFill>
                  <a:schemeClr val="tx1"/>
                </a:solidFill>
              </a:rPr>
              <a:t>txt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files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914F04-4E7B-E549-DBB3-83DA5CF1B6B3}"/>
              </a:ext>
            </a:extLst>
          </p:cNvPr>
          <p:cNvSpPr/>
          <p:nvPr/>
        </p:nvSpPr>
        <p:spPr>
          <a:xfrm>
            <a:off x="2881393" y="199696"/>
            <a:ext cx="3459398" cy="535706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 err="1"/>
              <a:t>initWiFi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548E10-06B8-AA64-E197-38986CD50279}"/>
              </a:ext>
            </a:extLst>
          </p:cNvPr>
          <p:cNvSpPr/>
          <p:nvPr/>
        </p:nvSpPr>
        <p:spPr>
          <a:xfrm>
            <a:off x="3577501" y="635876"/>
            <a:ext cx="1213949" cy="3678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checkSetup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FEEBBFE-582C-06EA-FB73-8AA582A98862}"/>
              </a:ext>
            </a:extLst>
          </p:cNvPr>
          <p:cNvSpPr/>
          <p:nvPr/>
        </p:nvSpPr>
        <p:spPr>
          <a:xfrm>
            <a:off x="7971093" y="199697"/>
            <a:ext cx="3187005" cy="655594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 err="1"/>
              <a:t>checkSetup</a:t>
            </a:r>
            <a:endParaRPr lang="de-DE" dirty="0"/>
          </a:p>
        </p:txBody>
      </p:sp>
      <p:sp>
        <p:nvSpPr>
          <p:cNvPr id="9" name="Raute 8">
            <a:extLst>
              <a:ext uri="{FF2B5EF4-FFF2-40B4-BE49-F238E27FC236}">
                <a16:creationId xmlns:a16="http://schemas.microsoft.com/office/drawing/2014/main" id="{C8F70AAD-B620-9BA0-348D-5DC801D89B4D}"/>
              </a:ext>
            </a:extLst>
          </p:cNvPr>
          <p:cNvSpPr/>
          <p:nvPr/>
        </p:nvSpPr>
        <p:spPr>
          <a:xfrm>
            <a:off x="8344210" y="672663"/>
            <a:ext cx="1651929" cy="919655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ssid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configured</a:t>
            </a:r>
            <a:r>
              <a:rPr lang="de-DE" sz="1000" dirty="0">
                <a:solidFill>
                  <a:schemeClr val="tx1"/>
                </a:solidFill>
              </a:rPr>
              <a:t> 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398639A-11D9-8E10-35B0-2DC8B098772A}"/>
              </a:ext>
            </a:extLst>
          </p:cNvPr>
          <p:cNvSpPr txBox="1"/>
          <p:nvPr/>
        </p:nvSpPr>
        <p:spPr>
          <a:xfrm>
            <a:off x="9938839" y="86950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N</a:t>
            </a:r>
          </a:p>
        </p:txBody>
      </p:sp>
      <p:sp>
        <p:nvSpPr>
          <p:cNvPr id="13" name="Flussdiagramm: Grenzstelle 12">
            <a:extLst>
              <a:ext uri="{FF2B5EF4-FFF2-40B4-BE49-F238E27FC236}">
                <a16:creationId xmlns:a16="http://schemas.microsoft.com/office/drawing/2014/main" id="{AB882758-4560-AA53-BD6A-BFA7EE573BB3}"/>
              </a:ext>
            </a:extLst>
          </p:cNvPr>
          <p:cNvSpPr/>
          <p:nvPr/>
        </p:nvSpPr>
        <p:spPr>
          <a:xfrm>
            <a:off x="10202983" y="1021610"/>
            <a:ext cx="630618" cy="252248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false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45AB7BE-666F-5B18-BDFF-6322EB4B8EEA}"/>
              </a:ext>
            </a:extLst>
          </p:cNvPr>
          <p:cNvSpPr/>
          <p:nvPr/>
        </p:nvSpPr>
        <p:spPr>
          <a:xfrm>
            <a:off x="8538656" y="1718442"/>
            <a:ext cx="1261239" cy="434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set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nodename</a:t>
            </a:r>
            <a:endParaRPr lang="de-DE" sz="1000" dirty="0">
              <a:solidFill>
                <a:schemeClr val="tx1"/>
              </a:solidFill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AB0960E-CF3C-92E4-25BE-9524CEE9B48B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9169276" y="1592318"/>
            <a:ext cx="899" cy="12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aute 17">
            <a:extLst>
              <a:ext uri="{FF2B5EF4-FFF2-40B4-BE49-F238E27FC236}">
                <a16:creationId xmlns:a16="http://schemas.microsoft.com/office/drawing/2014/main" id="{00CE3438-8C30-9C0B-1825-79609F8F282B}"/>
              </a:ext>
            </a:extLst>
          </p:cNvPr>
          <p:cNvSpPr/>
          <p:nvPr/>
        </p:nvSpPr>
        <p:spPr>
          <a:xfrm>
            <a:off x="8338959" y="2300833"/>
            <a:ext cx="1669847" cy="919655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Always </a:t>
            </a:r>
            <a:r>
              <a:rPr lang="de-DE" sz="1000" dirty="0" err="1">
                <a:solidFill>
                  <a:schemeClr val="tx1"/>
                </a:solidFill>
              </a:rPr>
              <a:t>run</a:t>
            </a:r>
            <a:r>
              <a:rPr lang="de-DE" sz="1000" dirty="0">
                <a:solidFill>
                  <a:schemeClr val="tx1"/>
                </a:solidFill>
              </a:rPr>
              <a:t> AP Mode ?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A1CA1D3-8BC4-F0E4-E2DD-908D3DA56B8F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9169275" y="2153309"/>
            <a:ext cx="4608" cy="147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1696469E-5226-3FA0-F6BA-C9E5A76B28E0}"/>
              </a:ext>
            </a:extLst>
          </p:cNvPr>
          <p:cNvSpPr txBox="1"/>
          <p:nvPr/>
        </p:nvSpPr>
        <p:spPr>
          <a:xfrm>
            <a:off x="10011344" y="2508626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J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9FFB93F-F28B-8D55-733E-2CF1CC4EC03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008806" y="2760661"/>
            <a:ext cx="311350" cy="3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ussdiagramm: Grenzstelle 23">
            <a:extLst>
              <a:ext uri="{FF2B5EF4-FFF2-40B4-BE49-F238E27FC236}">
                <a16:creationId xmlns:a16="http://schemas.microsoft.com/office/drawing/2014/main" id="{0F8AD086-4EE0-D553-3F06-830FB97A8CD3}"/>
              </a:ext>
            </a:extLst>
          </p:cNvPr>
          <p:cNvSpPr/>
          <p:nvPr/>
        </p:nvSpPr>
        <p:spPr>
          <a:xfrm>
            <a:off x="10236013" y="2631875"/>
            <a:ext cx="630618" cy="25224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46FBA3C-095E-4603-EA76-05819A0EF1F6}"/>
              </a:ext>
            </a:extLst>
          </p:cNvPr>
          <p:cNvSpPr/>
          <p:nvPr/>
        </p:nvSpPr>
        <p:spPr>
          <a:xfrm>
            <a:off x="8538655" y="3368012"/>
            <a:ext cx="1261239" cy="18673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set</a:t>
            </a:r>
            <a:r>
              <a:rPr lang="de-DE" sz="1000" dirty="0">
                <a:solidFill>
                  <a:schemeClr val="tx1"/>
                </a:solidFill>
              </a:rPr>
              <a:t> WIFI </a:t>
            </a:r>
            <a:r>
              <a:rPr lang="de-DE" sz="1000" dirty="0" err="1">
                <a:solidFill>
                  <a:schemeClr val="tx1"/>
                </a:solidFill>
              </a:rPr>
              <a:t>mode</a:t>
            </a:r>
            <a:r>
              <a:rPr lang="de-DE" sz="1000" dirty="0">
                <a:solidFill>
                  <a:schemeClr val="tx1"/>
                </a:solidFill>
              </a:rPr>
              <a:t> „</a:t>
            </a:r>
            <a:r>
              <a:rPr lang="de-DE" sz="1000" dirty="0" err="1">
                <a:solidFill>
                  <a:schemeClr val="tx1"/>
                </a:solidFill>
              </a:rPr>
              <a:t>default</a:t>
            </a:r>
            <a:r>
              <a:rPr lang="de-DE" sz="1000" dirty="0">
                <a:solidFill>
                  <a:schemeClr val="tx1"/>
                </a:solidFill>
              </a:rPr>
              <a:t>“</a:t>
            </a:r>
          </a:p>
          <a:p>
            <a:pPr algn="ctr"/>
            <a:endParaRPr lang="de-DE" sz="1000" dirty="0">
              <a:solidFill>
                <a:schemeClr val="tx1"/>
              </a:solidFill>
            </a:endParaRP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Set IP</a:t>
            </a: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Set Gateway</a:t>
            </a:r>
          </a:p>
          <a:p>
            <a:pPr algn="ctr"/>
            <a:endParaRPr lang="de-DE" sz="1000" dirty="0">
              <a:solidFill>
                <a:schemeClr val="tx1"/>
              </a:solidFill>
            </a:endParaRP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Start WiFi </a:t>
            </a:r>
            <a:r>
              <a:rPr lang="de-DE" sz="1000" dirty="0" err="1">
                <a:solidFill>
                  <a:schemeClr val="tx1"/>
                </a:solidFill>
              </a:rPr>
              <a:t>with</a:t>
            </a:r>
            <a:r>
              <a:rPr lang="de-DE" sz="1000" dirty="0">
                <a:solidFill>
                  <a:schemeClr val="tx1"/>
                </a:solidFill>
              </a:rPr>
              <a:t> SSID + </a:t>
            </a:r>
            <a:r>
              <a:rPr lang="de-DE" sz="1000" dirty="0" err="1">
                <a:solidFill>
                  <a:schemeClr val="tx1"/>
                </a:solidFill>
              </a:rPr>
              <a:t>password</a:t>
            </a:r>
            <a:endParaRPr lang="de-DE" sz="1000" dirty="0">
              <a:solidFill>
                <a:schemeClr val="tx1"/>
              </a:solidFill>
            </a:endParaRPr>
          </a:p>
          <a:p>
            <a:pPr algn="ctr"/>
            <a:endParaRPr lang="de-DE" sz="1000" dirty="0">
              <a:solidFill>
                <a:schemeClr val="tx1"/>
              </a:solidFill>
            </a:endParaRPr>
          </a:p>
          <a:p>
            <a:pPr algn="ctr"/>
            <a:r>
              <a:rPr lang="de-DE" sz="1000" dirty="0">
                <a:solidFill>
                  <a:schemeClr val="tx1"/>
                </a:solidFill>
              </a:rPr>
              <a:t>Try </a:t>
            </a:r>
            <a:r>
              <a:rPr lang="de-DE" sz="1000" dirty="0" err="1">
                <a:solidFill>
                  <a:schemeClr val="tx1"/>
                </a:solidFill>
              </a:rPr>
              <a:t>to</a:t>
            </a:r>
            <a:r>
              <a:rPr lang="de-DE" sz="1000" dirty="0">
                <a:solidFill>
                  <a:schemeClr val="tx1"/>
                </a:solidFill>
              </a:rPr>
              <a:t> connect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F6492BC-4446-BDF5-5062-32900E7D7CDE}"/>
              </a:ext>
            </a:extLst>
          </p:cNvPr>
          <p:cNvCxnSpPr>
            <a:cxnSpLocks/>
          </p:cNvCxnSpPr>
          <p:nvPr/>
        </p:nvCxnSpPr>
        <p:spPr>
          <a:xfrm>
            <a:off x="9169275" y="3220488"/>
            <a:ext cx="1" cy="147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aute 26">
            <a:extLst>
              <a:ext uri="{FF2B5EF4-FFF2-40B4-BE49-F238E27FC236}">
                <a16:creationId xmlns:a16="http://schemas.microsoft.com/office/drawing/2014/main" id="{A115B128-5545-4D93-D8FE-6283784B44AD}"/>
              </a:ext>
            </a:extLst>
          </p:cNvPr>
          <p:cNvSpPr/>
          <p:nvPr/>
        </p:nvSpPr>
        <p:spPr>
          <a:xfrm>
            <a:off x="8338959" y="5376564"/>
            <a:ext cx="1657180" cy="919655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Connected</a:t>
            </a:r>
            <a:r>
              <a:rPr lang="de-DE" sz="1000" dirty="0">
                <a:solidFill>
                  <a:schemeClr val="tx1"/>
                </a:solidFill>
              </a:rPr>
              <a:t> ?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27FE8A78-9EDF-CFEA-6BF7-9D8CBF9C7E01}"/>
              </a:ext>
            </a:extLst>
          </p:cNvPr>
          <p:cNvCxnSpPr>
            <a:cxnSpLocks/>
          </p:cNvCxnSpPr>
          <p:nvPr/>
        </p:nvCxnSpPr>
        <p:spPr>
          <a:xfrm>
            <a:off x="9169274" y="5235712"/>
            <a:ext cx="1" cy="147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56E356D-C4E7-B9B2-A8BD-0A2B213D7422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9996139" y="5833763"/>
            <a:ext cx="324017" cy="2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lussdiagramm: Grenzstelle 29">
            <a:extLst>
              <a:ext uri="{FF2B5EF4-FFF2-40B4-BE49-F238E27FC236}">
                <a16:creationId xmlns:a16="http://schemas.microsoft.com/office/drawing/2014/main" id="{04589332-E333-21AF-1996-995EE761FCE9}"/>
              </a:ext>
            </a:extLst>
          </p:cNvPr>
          <p:cNvSpPr/>
          <p:nvPr/>
        </p:nvSpPr>
        <p:spPr>
          <a:xfrm>
            <a:off x="10300943" y="5707639"/>
            <a:ext cx="630618" cy="25224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6F3DCA3-82B7-264D-01BD-AF6EDAE88D33}"/>
              </a:ext>
            </a:extLst>
          </p:cNvPr>
          <p:cNvSpPr txBox="1"/>
          <p:nvPr/>
        </p:nvSpPr>
        <p:spPr>
          <a:xfrm>
            <a:off x="9991983" y="5556764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J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D51AAD64-532A-0315-3BF5-4AD47FF21F38}"/>
              </a:ext>
            </a:extLst>
          </p:cNvPr>
          <p:cNvCxnSpPr>
            <a:cxnSpLocks/>
          </p:cNvCxnSpPr>
          <p:nvPr/>
        </p:nvCxnSpPr>
        <p:spPr>
          <a:xfrm>
            <a:off x="9169274" y="6296219"/>
            <a:ext cx="0" cy="12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ussdiagramm: Grenzstelle 32">
            <a:extLst>
              <a:ext uri="{FF2B5EF4-FFF2-40B4-BE49-F238E27FC236}">
                <a16:creationId xmlns:a16="http://schemas.microsoft.com/office/drawing/2014/main" id="{1FF5A7C3-E09E-2255-AC90-26E0EC3DBCCF}"/>
              </a:ext>
            </a:extLst>
          </p:cNvPr>
          <p:cNvSpPr/>
          <p:nvPr/>
        </p:nvSpPr>
        <p:spPr>
          <a:xfrm>
            <a:off x="8853965" y="6410203"/>
            <a:ext cx="630618" cy="252248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false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B3CD83F1-2E8E-1164-F4F4-76AB8C4C0423}"/>
              </a:ext>
            </a:extLst>
          </p:cNvPr>
          <p:cNvSpPr/>
          <p:nvPr/>
        </p:nvSpPr>
        <p:spPr>
          <a:xfrm>
            <a:off x="3144150" y="1125026"/>
            <a:ext cx="2080652" cy="919655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checkSetup</a:t>
            </a:r>
            <a:r>
              <a:rPr lang="de-DE" sz="1000" dirty="0">
                <a:solidFill>
                  <a:schemeClr val="tx1"/>
                </a:solidFill>
              </a:rPr>
              <a:t> OK and </a:t>
            </a:r>
            <a:r>
              <a:rPr lang="de-DE" sz="1000" dirty="0" err="1">
                <a:solidFill>
                  <a:schemeClr val="tx1"/>
                </a:solidFill>
              </a:rPr>
              <a:t>default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WiFiMode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49C6BF0-B4AD-F68F-E426-8A10572EEBCA}"/>
              </a:ext>
            </a:extLst>
          </p:cNvPr>
          <p:cNvCxnSpPr>
            <a:cxnSpLocks/>
          </p:cNvCxnSpPr>
          <p:nvPr/>
        </p:nvCxnSpPr>
        <p:spPr>
          <a:xfrm>
            <a:off x="4187748" y="1001111"/>
            <a:ext cx="0" cy="12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8C9A2CE-356F-6068-2357-A5523CEE9A54}"/>
              </a:ext>
            </a:extLst>
          </p:cNvPr>
          <p:cNvCxnSpPr>
            <a:cxnSpLocks/>
          </p:cNvCxnSpPr>
          <p:nvPr/>
        </p:nvCxnSpPr>
        <p:spPr>
          <a:xfrm>
            <a:off x="5222178" y="1584853"/>
            <a:ext cx="2110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ussdiagramm: Grenzstelle 38">
            <a:extLst>
              <a:ext uri="{FF2B5EF4-FFF2-40B4-BE49-F238E27FC236}">
                <a16:creationId xmlns:a16="http://schemas.microsoft.com/office/drawing/2014/main" id="{5C257853-158C-35F0-BAF5-0DEAB23F41BC}"/>
              </a:ext>
            </a:extLst>
          </p:cNvPr>
          <p:cNvSpPr/>
          <p:nvPr/>
        </p:nvSpPr>
        <p:spPr>
          <a:xfrm>
            <a:off x="5429755" y="1458729"/>
            <a:ext cx="630618" cy="25224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D39D2607-0B24-DEFC-FB64-7C3C3CD3681E}"/>
              </a:ext>
            </a:extLst>
          </p:cNvPr>
          <p:cNvSpPr/>
          <p:nvPr/>
        </p:nvSpPr>
        <p:spPr>
          <a:xfrm>
            <a:off x="3109043" y="2174140"/>
            <a:ext cx="2150860" cy="656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Setup AP  – </a:t>
            </a:r>
            <a:r>
              <a:rPr lang="de-DE" sz="1000" dirty="0" err="1">
                <a:solidFill>
                  <a:schemeClr val="tx1"/>
                </a:solidFill>
              </a:rPr>
              <a:t>with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defined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params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or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params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for</a:t>
            </a:r>
            <a:r>
              <a:rPr lang="de-DE" sz="1000" dirty="0">
                <a:solidFill>
                  <a:schemeClr val="tx1"/>
                </a:solidFill>
              </a:rPr>
              <a:t> initial </a:t>
            </a:r>
            <a:r>
              <a:rPr lang="de-DE" sz="1000" dirty="0" err="1">
                <a:solidFill>
                  <a:schemeClr val="tx1"/>
                </a:solidFill>
              </a:rPr>
              <a:t>config</a:t>
            </a:r>
            <a:endParaRPr lang="de-DE" sz="1000" dirty="0">
              <a:solidFill>
                <a:schemeClr val="tx1"/>
              </a:solidFill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40C6DD98-B21D-6CD6-FAFF-A80329486B09}"/>
              </a:ext>
            </a:extLst>
          </p:cNvPr>
          <p:cNvCxnSpPr>
            <a:cxnSpLocks/>
          </p:cNvCxnSpPr>
          <p:nvPr/>
        </p:nvCxnSpPr>
        <p:spPr>
          <a:xfrm>
            <a:off x="4184473" y="2044681"/>
            <a:ext cx="0" cy="12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DC53F3FD-07AD-9824-D080-94E723868430}"/>
              </a:ext>
            </a:extLst>
          </p:cNvPr>
          <p:cNvCxnSpPr>
            <a:cxnSpLocks/>
          </p:cNvCxnSpPr>
          <p:nvPr/>
        </p:nvCxnSpPr>
        <p:spPr>
          <a:xfrm>
            <a:off x="9991964" y="1132599"/>
            <a:ext cx="2110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ussdiagramm: Dokument 50">
            <a:extLst>
              <a:ext uri="{FF2B5EF4-FFF2-40B4-BE49-F238E27FC236}">
                <a16:creationId xmlns:a16="http://schemas.microsoft.com/office/drawing/2014/main" id="{61EBFC4A-75E3-96D1-B69B-9FD0D4AD9123}"/>
              </a:ext>
            </a:extLst>
          </p:cNvPr>
          <p:cNvSpPr/>
          <p:nvPr/>
        </p:nvSpPr>
        <p:spPr>
          <a:xfrm>
            <a:off x="10931561" y="819808"/>
            <a:ext cx="1019496" cy="919656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Must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start</a:t>
            </a:r>
            <a:r>
              <a:rPr lang="de-DE" sz="800" dirty="0">
                <a:solidFill>
                  <a:schemeClr val="tx1"/>
                </a:solidFill>
              </a:rPr>
              <a:t> network in AP </a:t>
            </a:r>
            <a:r>
              <a:rPr lang="de-DE" sz="800" dirty="0" err="1">
                <a:solidFill>
                  <a:schemeClr val="tx1"/>
                </a:solidFill>
              </a:rPr>
              <a:t>mode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for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intial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52" name="Flussdiagramm: Dokument 51">
            <a:extLst>
              <a:ext uri="{FF2B5EF4-FFF2-40B4-BE49-F238E27FC236}">
                <a16:creationId xmlns:a16="http://schemas.microsoft.com/office/drawing/2014/main" id="{52754DBC-4148-1FCB-2FA1-1F1B07DF73CE}"/>
              </a:ext>
            </a:extLst>
          </p:cNvPr>
          <p:cNvSpPr/>
          <p:nvPr/>
        </p:nvSpPr>
        <p:spPr>
          <a:xfrm>
            <a:off x="10931561" y="2359575"/>
            <a:ext cx="1019496" cy="91965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Must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start</a:t>
            </a:r>
            <a:r>
              <a:rPr lang="de-DE" sz="800" dirty="0">
                <a:solidFill>
                  <a:schemeClr val="tx1"/>
                </a:solidFill>
              </a:rPr>
              <a:t> network in AP </a:t>
            </a:r>
            <a:r>
              <a:rPr lang="de-DE" sz="800" dirty="0" err="1">
                <a:solidFill>
                  <a:schemeClr val="tx1"/>
                </a:solidFill>
              </a:rPr>
              <a:t>mode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with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user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53" name="Flussdiagramm: Dokument 52">
            <a:extLst>
              <a:ext uri="{FF2B5EF4-FFF2-40B4-BE49-F238E27FC236}">
                <a16:creationId xmlns:a16="http://schemas.microsoft.com/office/drawing/2014/main" id="{35B08FAE-13A5-063A-615F-FBB3750E9EC1}"/>
              </a:ext>
            </a:extLst>
          </p:cNvPr>
          <p:cNvSpPr/>
          <p:nvPr/>
        </p:nvSpPr>
        <p:spPr>
          <a:xfrm>
            <a:off x="10936021" y="3848747"/>
            <a:ext cx="1019496" cy="91965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Connect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existing</a:t>
            </a:r>
            <a:r>
              <a:rPr lang="de-DE" sz="800" dirty="0">
                <a:solidFill>
                  <a:schemeClr val="tx1"/>
                </a:solidFill>
              </a:rPr>
              <a:t> WiFi network </a:t>
            </a:r>
            <a:r>
              <a:rPr lang="de-DE" sz="800" dirty="0" err="1">
                <a:solidFill>
                  <a:schemeClr val="tx1"/>
                </a:solidFill>
              </a:rPr>
              <a:t>with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user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54" name="Flussdiagramm: Dokument 53">
            <a:extLst>
              <a:ext uri="{FF2B5EF4-FFF2-40B4-BE49-F238E27FC236}">
                <a16:creationId xmlns:a16="http://schemas.microsoft.com/office/drawing/2014/main" id="{E6060740-B63D-5D20-1147-14E71BD7DD32}"/>
              </a:ext>
            </a:extLst>
          </p:cNvPr>
          <p:cNvSpPr/>
          <p:nvPr/>
        </p:nvSpPr>
        <p:spPr>
          <a:xfrm>
            <a:off x="6265125" y="1091655"/>
            <a:ext cx="1017219" cy="1127449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All </a:t>
            </a:r>
            <a:r>
              <a:rPr lang="de-DE" sz="800" dirty="0" err="1">
                <a:solidFill>
                  <a:schemeClr val="tx1"/>
                </a:solidFill>
              </a:rPr>
              <a:t>done</a:t>
            </a:r>
            <a:br>
              <a:rPr lang="de-DE" sz="800" dirty="0">
                <a:solidFill>
                  <a:schemeClr val="tx1"/>
                </a:solidFill>
              </a:rPr>
            </a:b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Everything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configured</a:t>
            </a:r>
            <a:r>
              <a:rPr lang="de-DE" sz="800" dirty="0">
                <a:solidFill>
                  <a:schemeClr val="tx1"/>
                </a:solidFill>
              </a:rPr>
              <a:t> and </a:t>
            </a:r>
            <a:r>
              <a:rPr lang="de-DE" sz="800" dirty="0" err="1">
                <a:solidFill>
                  <a:schemeClr val="tx1"/>
                </a:solidFill>
              </a:rPr>
              <a:t>running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default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mode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55" name="Raute 54">
            <a:extLst>
              <a:ext uri="{FF2B5EF4-FFF2-40B4-BE49-F238E27FC236}">
                <a16:creationId xmlns:a16="http://schemas.microsoft.com/office/drawing/2014/main" id="{1FD070D2-500D-7D86-00A2-5A8A4B679D12}"/>
              </a:ext>
            </a:extLst>
          </p:cNvPr>
          <p:cNvSpPr/>
          <p:nvPr/>
        </p:nvSpPr>
        <p:spPr>
          <a:xfrm>
            <a:off x="3109043" y="2959919"/>
            <a:ext cx="2080652" cy="634438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checkSetup</a:t>
            </a:r>
            <a:r>
              <a:rPr lang="de-DE" sz="1000" dirty="0">
                <a:solidFill>
                  <a:schemeClr val="tx1"/>
                </a:solidFill>
              </a:rPr>
              <a:t> OK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2E5062D4-F4FE-9CC7-A786-16604A65F24C}"/>
              </a:ext>
            </a:extLst>
          </p:cNvPr>
          <p:cNvCxnSpPr>
            <a:cxnSpLocks/>
          </p:cNvCxnSpPr>
          <p:nvPr/>
        </p:nvCxnSpPr>
        <p:spPr>
          <a:xfrm>
            <a:off x="4157682" y="2830460"/>
            <a:ext cx="0" cy="12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C5D9DE01-355F-9EEA-D829-CEEF47BC08CD}"/>
              </a:ext>
            </a:extLst>
          </p:cNvPr>
          <p:cNvCxnSpPr>
            <a:cxnSpLocks/>
          </p:cNvCxnSpPr>
          <p:nvPr/>
        </p:nvCxnSpPr>
        <p:spPr>
          <a:xfrm>
            <a:off x="5189695" y="3279231"/>
            <a:ext cx="2110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lussdiagramm: Grenzstelle 57">
            <a:extLst>
              <a:ext uri="{FF2B5EF4-FFF2-40B4-BE49-F238E27FC236}">
                <a16:creationId xmlns:a16="http://schemas.microsoft.com/office/drawing/2014/main" id="{EC624185-9061-B9FB-5DAA-C51CDB8FA6C1}"/>
              </a:ext>
            </a:extLst>
          </p:cNvPr>
          <p:cNvSpPr/>
          <p:nvPr/>
        </p:nvSpPr>
        <p:spPr>
          <a:xfrm>
            <a:off x="5380509" y="3151014"/>
            <a:ext cx="630618" cy="25224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59" name="Flussdiagramm: Dokument 58">
            <a:extLst>
              <a:ext uri="{FF2B5EF4-FFF2-40B4-BE49-F238E27FC236}">
                <a16:creationId xmlns:a16="http://schemas.microsoft.com/office/drawing/2014/main" id="{13C13C7B-5696-C0F7-3BF4-5E51FD3D59BF}"/>
              </a:ext>
            </a:extLst>
          </p:cNvPr>
          <p:cNvSpPr/>
          <p:nvPr/>
        </p:nvSpPr>
        <p:spPr>
          <a:xfrm>
            <a:off x="6238334" y="2846939"/>
            <a:ext cx="1017219" cy="104214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All </a:t>
            </a:r>
            <a:r>
              <a:rPr lang="de-DE" sz="800" dirty="0" err="1">
                <a:solidFill>
                  <a:schemeClr val="tx1"/>
                </a:solidFill>
              </a:rPr>
              <a:t>done</a:t>
            </a:r>
            <a:br>
              <a:rPr lang="de-DE" sz="800" dirty="0">
                <a:solidFill>
                  <a:schemeClr val="tx1"/>
                </a:solidFill>
              </a:rPr>
            </a:br>
            <a:endParaRPr lang="de-DE" sz="800" dirty="0">
              <a:solidFill>
                <a:schemeClr val="tx1"/>
              </a:solidFill>
            </a:endParaRPr>
          </a:p>
          <a:p>
            <a:pPr algn="ctr"/>
            <a:r>
              <a:rPr lang="de-DE" sz="800" dirty="0" err="1">
                <a:solidFill>
                  <a:schemeClr val="tx1"/>
                </a:solidFill>
              </a:rPr>
              <a:t>Everything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configured</a:t>
            </a:r>
            <a:r>
              <a:rPr lang="de-DE" sz="800" dirty="0">
                <a:solidFill>
                  <a:schemeClr val="tx1"/>
                </a:solidFill>
              </a:rPr>
              <a:t> and </a:t>
            </a:r>
            <a:r>
              <a:rPr lang="de-DE" sz="800" dirty="0" err="1">
                <a:solidFill>
                  <a:schemeClr val="tx1"/>
                </a:solidFill>
              </a:rPr>
              <a:t>running</a:t>
            </a:r>
            <a:r>
              <a:rPr lang="de-DE" sz="800" dirty="0">
                <a:solidFill>
                  <a:schemeClr val="tx1"/>
                </a:solidFill>
              </a:rPr>
              <a:t> AP </a:t>
            </a:r>
            <a:r>
              <a:rPr lang="de-DE" sz="800" dirty="0" err="1">
                <a:solidFill>
                  <a:schemeClr val="tx1"/>
                </a:solidFill>
              </a:rPr>
              <a:t>mode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85AC758-1918-37E5-6A38-441E8830E4B6}"/>
              </a:ext>
            </a:extLst>
          </p:cNvPr>
          <p:cNvSpPr/>
          <p:nvPr/>
        </p:nvSpPr>
        <p:spPr>
          <a:xfrm>
            <a:off x="3172712" y="4226538"/>
            <a:ext cx="2150860" cy="656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Run </a:t>
            </a:r>
            <a:r>
              <a:rPr lang="de-DE" sz="1000" dirty="0" err="1">
                <a:solidFill>
                  <a:schemeClr val="tx1"/>
                </a:solidFill>
              </a:rPr>
              <a:t>config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server</a:t>
            </a:r>
            <a:endParaRPr lang="de-DE" sz="1000" dirty="0">
              <a:solidFill>
                <a:schemeClr val="tx1"/>
              </a:solidFill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37F3EE61-8D4E-5267-25D0-F2E90D0650FA}"/>
              </a:ext>
            </a:extLst>
          </p:cNvPr>
          <p:cNvCxnSpPr>
            <a:cxnSpLocks/>
          </p:cNvCxnSpPr>
          <p:nvPr/>
        </p:nvCxnSpPr>
        <p:spPr>
          <a:xfrm flipH="1">
            <a:off x="4149369" y="3594357"/>
            <a:ext cx="1100" cy="632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ssdiagramm: Dokument 61">
            <a:extLst>
              <a:ext uri="{FF2B5EF4-FFF2-40B4-BE49-F238E27FC236}">
                <a16:creationId xmlns:a16="http://schemas.microsoft.com/office/drawing/2014/main" id="{1579953E-7C70-259D-9AA7-498171F6DD42}"/>
              </a:ext>
            </a:extLst>
          </p:cNvPr>
          <p:cNvSpPr/>
          <p:nvPr/>
        </p:nvSpPr>
        <p:spPr>
          <a:xfrm>
            <a:off x="6226282" y="4113047"/>
            <a:ext cx="1017219" cy="1042146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Run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server</a:t>
            </a:r>
            <a:br>
              <a:rPr lang="de-DE" sz="800" dirty="0">
                <a:solidFill>
                  <a:schemeClr val="tx1"/>
                </a:solidFill>
              </a:rPr>
            </a:b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allow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r>
              <a:rPr lang="de-DE" sz="800" dirty="0">
                <a:solidFill>
                  <a:schemeClr val="tx1"/>
                </a:solidFill>
              </a:rPr>
              <a:t>, </a:t>
            </a:r>
            <a:r>
              <a:rPr lang="de-DE" sz="800" dirty="0" err="1">
                <a:solidFill>
                  <a:schemeClr val="tx1"/>
                </a:solidFill>
              </a:rPr>
              <a:t>store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r>
              <a:rPr lang="de-DE" sz="800" dirty="0">
                <a:solidFill>
                  <a:schemeClr val="tx1"/>
                </a:solidFill>
              </a:rPr>
              <a:t>, reboot </a:t>
            </a:r>
            <a:r>
              <a:rPr lang="de-DE" sz="800" dirty="0" err="1">
                <a:solidFill>
                  <a:schemeClr val="tx1"/>
                </a:solidFill>
              </a:rPr>
              <a:t>with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new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config</a:t>
            </a:r>
            <a:endParaRPr lang="de-DE" sz="800" dirty="0">
              <a:solidFill>
                <a:schemeClr val="tx1"/>
              </a:solidFill>
            </a:endParaRPr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0C967125-8A05-60B8-5FDC-5036A18496DE}"/>
              </a:ext>
            </a:extLst>
          </p:cNvPr>
          <p:cNvCxnSpPr>
            <a:cxnSpLocks/>
          </p:cNvCxnSpPr>
          <p:nvPr/>
        </p:nvCxnSpPr>
        <p:spPr>
          <a:xfrm>
            <a:off x="4149369" y="4882858"/>
            <a:ext cx="0" cy="12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lussdiagramm: Grenzstelle 64">
            <a:extLst>
              <a:ext uri="{FF2B5EF4-FFF2-40B4-BE49-F238E27FC236}">
                <a16:creationId xmlns:a16="http://schemas.microsoft.com/office/drawing/2014/main" id="{70C01C4A-5E33-71F7-6917-C4C4EEF1A0C0}"/>
              </a:ext>
            </a:extLst>
          </p:cNvPr>
          <p:cNvSpPr/>
          <p:nvPr/>
        </p:nvSpPr>
        <p:spPr>
          <a:xfrm>
            <a:off x="3834060" y="5008982"/>
            <a:ext cx="630618" cy="252248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false</a:t>
            </a:r>
            <a:endParaRPr lang="de-DE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517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Breitbild</PresentationFormat>
  <Paragraphs>38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Torsten Stein</dc:creator>
  <cp:lastModifiedBy>Torsten Stein</cp:lastModifiedBy>
  <cp:revision>1</cp:revision>
  <dcterms:created xsi:type="dcterms:W3CDTF">2025-03-24T19:31:07Z</dcterms:created>
  <dcterms:modified xsi:type="dcterms:W3CDTF">2025-03-27T20:57:08Z</dcterms:modified>
</cp:coreProperties>
</file>